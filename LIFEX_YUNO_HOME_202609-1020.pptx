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mehara/my-claude/test/templates/assets_daiken_cover_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pic>
        <p:nvPicPr>
          <p:cNvPr id="3" name="Image 1" descr="/Users/umehara/my-claude/test/templates/assets_lifex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377440" cy="55156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ADVERTISING REPORT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73152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広告成果レポート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731520" y="2926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＆改善提案</a:t>
            </a:r>
            <a:endParaRPr lang="en-US" sz="2400" dirty="0"/>
          </a:p>
        </p:txBody>
      </p:sp>
      <p:sp>
        <p:nvSpPr>
          <p:cNvPr id="7" name="Shape 3"/>
          <p:cNvSpPr/>
          <p:nvPr/>
        </p:nvSpPr>
        <p:spPr>
          <a:xfrm>
            <a:off x="749808" y="3703320"/>
            <a:ext cx="82296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31520" y="39319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YUNO HOME 様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31520" y="4434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X｜株式会社YUNO HOME（011-01）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31520" y="4983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対象期間　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2026年9月〜10月20日（8月比較）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対象媒体　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Google広告（8月はMeta広告）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731520" y="6172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Gハウス 広告運用チーム　｜　2026.10.21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エグゼクティブサマリー｜9月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 9/1〜9/30配信／Meta 配信なし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広告費用（Google）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¥150,115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 ¥125,240（Meta）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92424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9" name="Text 7"/>
          <p:cNvSpPr/>
          <p:nvPr/>
        </p:nvSpPr>
        <p:spPr>
          <a:xfrm>
            <a:off x="3593592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93592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1.59%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593592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 1.18%（+0.41pt）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6208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37376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37376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¥113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437376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 ¥306（−63%）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79992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17" name="Text 15"/>
          <p:cNvSpPr/>
          <p:nvPr/>
        </p:nvSpPr>
        <p:spPr>
          <a:xfrm>
            <a:off x="9281160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281160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 4件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281160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本部経由の送客 7件（p.10）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9月のポイント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21792" y="37033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3685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" y="365760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9月はGoogleのみ。9/1〜9/20は旧アカウントの検索・P-MAX、9/21からSHO-SAN運用のP-MAXに切り替え。Metaは8月で終了。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" y="4251960"/>
            <a:ext cx="329184" cy="32918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420624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クリック単価は¥306→¥113と約1/3に下がり、クリックは409→1,327と約3.2倍。費用は+20%で、届く人数は大きく増えた。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" y="480060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" y="475488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広告の獲得4件（旧P-MAX 1件・SHO-SAN P-MAX 3件）、獲得単価¥37,529は8月Meta（¥41,747）と同水準。検索（¥14,945）は獲得0。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" y="5349240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SHO-SANのP-MAXは9/21〜9/30の10日で¥72,316を使い、9/16〜10/31の通し予算¥138,000の52%を9月中に消化。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" y="5897880"/>
            <a:ext cx="329184" cy="32918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" y="5879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3000" y="585216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本部問い合わせからは資料請求7件を送客（9/1〜9/28）。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エグゼクティブサマリー｜10月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 10/1〜10/20配信／Meta 配信なし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広告費用（Google）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¥29,091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 ¥150,115（10月は20日間）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92424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9" name="Text 7"/>
          <p:cNvSpPr/>
          <p:nvPr/>
        </p:nvSpPr>
        <p:spPr>
          <a:xfrm>
            <a:off x="3593592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93592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0.95%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593592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61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 1.59%（−0.64pt）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6208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37376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37376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¥78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437376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 ¥113（−31%）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79992" y="1234440"/>
            <a:ext cx="2615184" cy="1691640"/>
          </a:xfrm>
          <a:prstGeom prst="roundRect">
            <a:avLst>
              <a:gd name="adj" fmla="val 4865"/>
            </a:avLst>
          </a:prstGeom>
          <a:solidFill>
            <a:srgbClr val="EEF4FE"/>
          </a:solidFill>
          <a:ln/>
        </p:spPr>
      </p:sp>
      <p:sp>
        <p:nvSpPr>
          <p:cNvPr id="17" name="Text 15"/>
          <p:cNvSpPr/>
          <p:nvPr/>
        </p:nvSpPr>
        <p:spPr>
          <a:xfrm>
            <a:off x="9281160" y="1481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281160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 0件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281160" y="2450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本部経由の送客 4件（p.10）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10月のポイント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21792" y="3703320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3685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" y="365760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最大の課題は配信量。1日あたりの費用は¥1,455で、9月後半（1日約¥7,232）の約1/5。通し予算の半分を9月に使ったため、10月の配信が絞られていると考えられる。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" y="425196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420624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表示は39,476回と増えたが、クリック率は0.95%に低下。動画視聴などクリック以外の反応が6,261回（9月934回）に増えており、検索以外の面への配信が増えた可能性がある。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" y="480060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" y="475488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広告の獲得は0件。ただしクリック374件に他加盟店平均の獲得率0.24%を当てても約1件で、まだ判断できる件数ではない。本部経由の送客は4件。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" y="5349240"/>
            <a:ext cx="329184" cy="32918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サイトの導線は強い。アプリに来た人が来場予約ページへ進む割合は27.1%で、LIFE X全体（13.6%）の約2倍。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" y="5897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" y="5879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3000" y="585216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改善の柱は ①予算を月単位にして配信量を戻す ②P-MAXの配信面を確認する ③LPで「来場予約」を目立たせる、の3つ。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8月・9月・10月 比較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8月＝Meta／9・10月＝Google、10月は10/1〜10/20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1691640"/>
                <a:gridCol w="1783080"/>
                <a:gridCol w="1463040"/>
                <a:gridCol w="2039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8月（Meta）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9月（Google）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10月（Google）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9月→10月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他加盟店平均（10月）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広告費用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¥125,240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¥150,115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¥29,091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−81%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1日あたり費用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¥5,004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¥1,455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961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−71%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表示回数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34,709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83,662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39,476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−53%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表示単価（CPM）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¥3,608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¥1,794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¥737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−59%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¥1,169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1,327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374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−72%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クリック率（CTR）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1.18%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1.59%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961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−0.64pt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クリック単価（CPC）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¥306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¥113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¥78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¥128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獲得件数 ※1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961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−4件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獲得率（獲得/クリック）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0.73%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0.24%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獲得単価（CPA）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¥41,747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¥37,529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¥52,896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本部経由の送客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961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※1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8月＝Looker Studio「Meta広告レポート_LIFEX」の獲得件数、9・10月＝Google広告管理画面のコンバージョン。本部経由の送客は経路を問わない件数のため、広告の獲得と一部重なることがある。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9月＝旧アカウントの検索・P-MAX（9/1〜9/20）＋SHO-SAN運用P-MAX（9/21〜9/30）の合計。他加盟店平均＝同じアカウントの加盟店P-MAX 19本の10/1〜20合計値。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LP〜フォームの流れ（GA4）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9/21〜10/20・ユーザー数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966960" y="1005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X全体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LPを見た人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31920" y="1335024"/>
            <a:ext cx="3840480" cy="39319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12801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703人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933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アプリ（予約・資料・プラン）へ進んだ人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31920" y="2048256"/>
            <a:ext cx="524447" cy="393192"/>
          </a:xfrm>
          <a:prstGeom prst="rect">
            <a:avLst/>
          </a:prstGeom>
          <a:solidFill>
            <a:srgbClr val="2A3575"/>
          </a:solidFill>
          <a:ln/>
        </p:spPr>
      </p:sp>
      <p:sp>
        <p:nvSpPr>
          <p:cNvPr id="10" name="Text 8"/>
          <p:cNvSpPr/>
          <p:nvPr/>
        </p:nvSpPr>
        <p:spPr>
          <a:xfrm>
            <a:off x="4547807" y="19933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62207" y="19933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LPの13.7%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966960" y="1993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270662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プラン確認を見た人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931920" y="2761488"/>
            <a:ext cx="398798" cy="39319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4422158" y="270662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73人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36558" y="2706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アプリ訪問の76.0%・1人平均13.1ページ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66960" y="2706624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83.3%・9.2ページ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4198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来場予約ページへ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931920" y="3474720"/>
            <a:ext cx="142038" cy="39319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165398" y="341985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79798" y="34198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アプリ訪問の27.1%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966960" y="34198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13.6%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1330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資料請求ページへ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31920" y="4187952"/>
            <a:ext cx="73152" cy="393192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4096512" y="41330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9人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10912" y="4133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アプリ訪問の9.4%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66960" y="41330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9.9%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F0F8F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強みと課題：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アプリに来た人が来場予約ページへ進む割合は27.1%で、LIFE X全体の約2倍。プランも1人平均13ページと全体（9ページ）より深く見られている。一方、LPからアプリへ進むのは13.7%で全体と同じ水準＝LPを見た人の8割以上はアプリまで進んでいない。強い「来場予約」への流れを、LPの段階から見せられると伸ばせる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291072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GA4「LIFE X_BtoB」探索。LP＝URLに lp01/011-01 を含むページ、アプリ＝URLに code=011-01 を含むページ。全体＝全加盟店（YUNO HOME含む）。流入元は広告以外も含む。予約・資料請求は重複あり。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ボトルネックの特定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 Google P-MAX／GA4は9/21〜10/20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2514600"/>
                <a:gridCol w="1920240"/>
                <a:gridCol w="199339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YUNO HOME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比べる相手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差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配信量（1日あたり費用）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¥1,455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¥7,232（9月後半）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約1/5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× 最大の課題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表示単価（CPM）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¥737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¥1,169（他加盟店）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−37%（安い）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問題なし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クリック率（CTR）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0.95%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0.91%（他加盟店）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A33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ほぼ同じ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A33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9月から低下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④ LP → アプリ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13.7%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13.3%（LIFE X全体）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A33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ほぼ同じ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A33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共通の課題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⑤ アプリ → 来場予約ページ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27.1%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13.6%（LIFE X全体）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 強み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86200"/>
            <a:ext cx="5440680" cy="2194560"/>
          </a:xfrm>
          <a:prstGeom prst="roundRect">
            <a:avLst>
              <a:gd name="adj" fmla="val 3750"/>
            </a:avLst>
          </a:prstGeom>
          <a:solidFill>
            <a:srgbClr val="FDF1F1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40233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961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最大の課題：① 配信量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-SANのP-MAXは9/16〜10/31の通し予算¥138,000。9月後半の10日で¥72,316（52%）を使い、10/20までの累計は¥101,407（73%）。10月は1日¥1,455まで落ちている。表示単価・クリック単価は他加盟店より安く、配信を戻せばクリックは増やせる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99632" y="3886200"/>
            <a:ext cx="5440680" cy="2194560"/>
          </a:xfrm>
          <a:prstGeom prst="roundRect">
            <a:avLst>
              <a:gd name="adj" fmla="val 3750"/>
            </a:avLst>
          </a:prstGeom>
          <a:solidFill>
            <a:srgbClr val="FBF3E2"/>
          </a:solidFill>
          <a:ln/>
        </p:spPr>
      </p:sp>
      <p:sp>
        <p:nvSpPr>
          <p:cNvPr id="8" name="Text 5"/>
          <p:cNvSpPr/>
          <p:nvPr/>
        </p:nvSpPr>
        <p:spPr>
          <a:xfrm>
            <a:off x="6428232" y="40233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2番目の課題：③ 配信面の変化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率は9月1.59%→10月0.95%。クリック以外の反応（動画視聴など）は934回→6,261回と約7倍で、検索以外（YouTube・ディスプレイ等）に配信が寄った可能性がある。チャネル別の内訳で確認したうえで、検索テーマ（キーワードの手がかり）の追加を検討する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キャンペーン別の内訳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 Meta／9月・10月 Google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1234440"/>
                <a:gridCol w="1051560"/>
                <a:gridCol w="1005840"/>
                <a:gridCol w="914400"/>
                <a:gridCol w="868680"/>
                <a:gridCol w="868680"/>
                <a:gridCol w="777240"/>
                <a:gridCol w="13533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キャンペーン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配信期間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CTR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CPC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獲得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獲得単価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Meta（旧アカウント）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8/1〜8/31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¥125,240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34,709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409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1.18%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¥306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¥41,747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検索（旧）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9/1〜9/20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¥14,945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452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81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17.92%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¥185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P-MAX（旧）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9/1〜9/20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¥62,854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56,087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696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1.24%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¥90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¥62,854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P-MAX（SHO-SAN運用）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9/21〜9/30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¥72,316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27,123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2.03%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¥131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¥24,105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P-MAX（SHO-SAN運用）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10/1〜10/20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¥29,091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39,476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374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0.95%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¥78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SHO-SAN P-MAX の通し予算（9/16〜10/31：¥138,000）の消化状況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389120"/>
            <a:ext cx="11091672" cy="41148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4389120"/>
            <a:ext cx="5812358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Shape 5"/>
          <p:cNvSpPr/>
          <p:nvPr/>
        </p:nvSpPr>
        <p:spPr>
          <a:xfrm>
            <a:off x="6360998" y="4389120"/>
            <a:ext cx="2338173" cy="4114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389120"/>
            <a:ext cx="56294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9/21〜30（10日）¥72,316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52438" y="4389120"/>
            <a:ext cx="26124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10/1〜20（20日）¥29,091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64930" y="4389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 ¥36,593（10/21〜31）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10/20時点で通し予算の73%を消化。9月後半に多く使ったぶん、10月は1日あたりの配信量が小さくなっている。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獲得＝8月はLooker Studioの獲得件数、9・10月はGoogle広告管理画面のコンバージョン。旧アカウントのキャンペーンは9/21以降一時停止、8月の配信はなし。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改善提案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効果の大きい順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BFCFE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25296"/>
            <a:ext cx="868680" cy="310896"/>
          </a:xfrm>
          <a:prstGeom prst="roundRect">
            <a:avLst>
              <a:gd name="adj" fmla="val 14706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252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91640" y="11887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予算を月単位にして配信量を戻す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15727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9/16〜10/31の通し予算を9月後半に52%使い、10月は1日¥1,455まで低下。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0" y="11887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11月からは月ごとの予算（または1日あたりの予算）で組み、日々の配信量をならす。10/21〜31の残り¥36,593の使い方も運用担当（SHO-SAN）と確認。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BFCFE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249424"/>
            <a:ext cx="868680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4942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9164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P-MAXの配信面を確認する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259689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クリック率1.59%→0.95%、クリック以外の反応が約7倍。検索以外に寄った可能性。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35040" y="2212848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チャネル別（検索・YouTube・ディスプレイ等）の費用とクリックを確認。検索テーマに「施工エリアの地名＋注文住宅」などの語句を追加し、検索面での配信を増やす。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45536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BFCFE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273552"/>
            <a:ext cx="868680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7355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91640" y="32369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LPで「来場予約」を目立たせる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362102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アプリ→来場予約ページが27.1%（全体の約2倍）なのに、LP→アプリは13.7%で全体並み。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35040" y="3236976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LPのファーストビューとページ下部に「来場予約」ボタンを置き、スマホでは画面下に固定表示する。LIFE X共通の仕組みなので本部と相談。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BFCFE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297680"/>
            <a:ext cx="868680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691640" y="4261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本部送客分のその後を確認する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91640" y="46451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9/1〜10/20で本部経由の資料請求11件。広告の獲得と合わせると反響は出ている。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035040" y="4261104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送客11件（9/1〜10/20）の来場・商談の状況を貴社で確認いただき、来場につながりやすい経路に予算を寄せる判断材料にする。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193792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BFCFE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321808"/>
            <a:ext cx="868680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3218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691640" y="52852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媒体の組み合わせを検討する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691640" y="5669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8月Meta（獲得単価¥41,747）と9月Google（¥37,529）は同水準。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35040" y="5285232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Googleの配信量を戻しても獲得が伸びない場合は、Metaとの併用を選択肢に。まずは①②の効果を11月前半で見る。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ネクストアクション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2A3575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98448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試算：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LP→アプリの割合が13.7%→18%（LIFE X内で出ている水準）になれば、アプリは96人→約127人、来場予約ページは26人→約34人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9/21〜10/20の実績に、来場予約ページへ進む割合（27.1%）がそのまま続くと仮定した参考値。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94436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834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10月残りと11月の予算の組み方を決める　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［今週］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運用担当（SHO-SAN）と確認。11月は月単位の予算で配信量をならす。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7033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P-MAXのチャネル別内訳を確認し、検索テーマを追加する　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［今週］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検索面の配信を増やし、クリック率の戻りを1週間で見る。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45720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LPの「来場予約」ボタンの置き方を本部と相談する　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［10月中］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X共通の仕組みなので全加盟店に関わる。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55040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5440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本部送客11件（9/1〜10/20）の来場・商談状況を共有いただく　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［次回MTG］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次回MTGで、経路ごとの来場率を見て予算配分を決める。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出典：8月＝Looker Studio「【Gハウス様】Meta広告レポート_LIFEX」／9・10月＝Google広告 管理画面／GA4「LIFE X_BtoB」（2026/10/21取得）。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備考：加盟店集客と本部集客の件数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0" y="457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2026年8月〜10月20日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0408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914400"/>
                <a:gridCol w="128016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（〜10/20）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加盟店集客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広告経由の獲得（8月 Meta／9・10月 Google）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91440" marT="0" marB="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7件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本部集客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A6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本部問い合わせからの送客（すべて資料請求）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91440" marT="0" marB="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4件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12件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40480"/>
            <a:ext cx="7040880" cy="1874520"/>
          </a:xfrm>
          <a:prstGeom prst="roundRect">
            <a:avLst>
              <a:gd name="adj" fmla="val 4390"/>
            </a:avLst>
          </a:prstGeom>
          <a:solidFill>
            <a:srgbClr val="F0F8F4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3950208"/>
            <a:ext cx="6629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数え方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・加盟店集客：広告の管理画面で「獲得」となった件数（9月は旧P-MAX 1件＋SHO-SAN運用 3件）。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・本部集客：本部に届いた問い合わせのうち、YUNO HOME様の担当として送客した件数（右表）。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1F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・本部集客は経路を問わない受付件数のため、広告経由の獲得と一部重なることがあり、2つを足した数が実際の反響数になるとは限りません。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91440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本部集客の内訳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188720"/>
          <a:ext cx="3776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097280"/>
                <a:gridCol w="11247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受信日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建築予定地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8/15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未記入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未記入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9/19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未記入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9/23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9/25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9/28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10/13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資料請求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埼玉県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33872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出典：加盟店集客＝8月 Looker Studio「【Gハウス様】Meta広告レポート_LIFEX」／9・10月 Google広告 管理画面。本部集客＝本部問い合わせリスト（2026/10/21時点）で担当加盟店が「株式会社YUNO HOME」、判定が「確定」の行。建築予定地は都道府県のみ表示し、お客様の個人情報は掲載していません。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LIFE X 広告パフォーマンスレポート｜YUNO HOME(011-01)｜2026年9月〜10月20日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2026-10-21T04:16:56Z</dcterms:created>
  <dcterms:modified xsi:type="dcterms:W3CDTF">2026-10-21T04:16:56Z</dcterms:modified>
</cp:coreProperties>
</file>